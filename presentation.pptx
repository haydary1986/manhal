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0574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600" b="1"/>
              <a:t>ATTACK DETECTION AND ANALYSIS WITH DEEP LEARNING IN CLOUD COMPUTING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Introduction and Problem Statement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Digital networks are more intertwined than ever, posing cybersecurity challenges.</a:t>
            </a:r>
          </a:p>
          <a:p>
            <a:pPr algn="l"/>
            <a:r>
              <a:rPr lang="ar-IQ" sz="2000"/>
              <a:t>• Traditional strategies struggle against sophisticated cyber-attacks.</a:t>
            </a:r>
          </a:p>
          <a:p>
            <a:pPr algn="l"/>
            <a:r>
              <a:rPr lang="ar-IQ" sz="2000"/>
              <a:t>• Need for reevaluation of safeguarding digital infrastructures.</a:t>
            </a:r>
          </a:p>
          <a:p>
            <a:pPr algn="l"/>
            <a:r>
              <a:rPr lang="ar-IQ" sz="2000"/>
              <a:t>• Study leverages deep learning for automatic attack prediction.</a:t>
            </a:r>
          </a:p>
          <a:p>
            <a:pPr algn="l"/>
            <a:r>
              <a:rPr lang="ar-IQ" sz="2000"/>
              <a:t>• Focus on Denial of Service (DoS) attacks, a prevalent threat.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Research Objectives and Questions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Develop predictive models to identify and classify DoS attacks.</a:t>
            </a:r>
          </a:p>
          <a:p>
            <a:pPr algn="l"/>
            <a:r>
              <a:rPr lang="ar-IQ" sz="2000"/>
              <a:t>• Apply deep learning algorithms to uncover patterns and anomalies.</a:t>
            </a:r>
          </a:p>
          <a:p>
            <a:pPr algn="l"/>
            <a:r>
              <a:rPr lang="ar-IQ" sz="2000"/>
              <a:t>• Enable early detection and proactive mitigation.</a:t>
            </a:r>
          </a:p>
          <a:p>
            <a:pPr algn="l"/>
            <a:r>
              <a:rPr lang="ar-IQ" sz="2000"/>
              <a:t>• Achieve high accuracy in attack prediction.</a:t>
            </a:r>
          </a:p>
          <a:p>
            <a:pPr algn="l"/>
            <a:r>
              <a:rPr lang="ar-IQ" sz="2000"/>
              <a:t>• Contribute to evolution of cybersecurity tactics.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Methodology: Deep Learning Approach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Use of deep learning for dissecting large datasets.</a:t>
            </a:r>
          </a:p>
          <a:p>
            <a:pPr algn="l"/>
            <a:r>
              <a:rPr lang="ar-IQ" sz="2000"/>
              <a:t>• Identification of subtle patterns indicative of DoS attacks.</a:t>
            </a:r>
          </a:p>
          <a:p>
            <a:pPr algn="l"/>
            <a:r>
              <a:rPr lang="ar-IQ" sz="2000"/>
              <a:t>• Rigorous experimentation and evaluation of models.</a:t>
            </a:r>
          </a:p>
          <a:p>
            <a:pPr algn="l"/>
            <a:r>
              <a:rPr lang="ar-IQ" sz="2000"/>
              <a:t>• Training models on five different DoS attack types.</a:t>
            </a:r>
          </a:p>
          <a:p>
            <a:pPr algn="l"/>
            <a:r>
              <a:rPr lang="ar-IQ" sz="2000"/>
              <a:t>• Focus on automatic and effective detection.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Significance of the Study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Addresses vulnerability of cloud infrastructure and firewalls.</a:t>
            </a:r>
          </a:p>
          <a:p>
            <a:pPr algn="l"/>
            <a:r>
              <a:rPr lang="ar-IQ" sz="2000"/>
              <a:t>• Offers advanced tool against evolving cyber threat landscape.</a:t>
            </a:r>
          </a:p>
          <a:p>
            <a:pPr algn="l"/>
            <a:r>
              <a:rPr lang="ar-IQ" sz="2000"/>
              <a:t>• Practical and cutting-edge solution for network security.</a:t>
            </a:r>
          </a:p>
          <a:p>
            <a:pPr algn="l"/>
            <a:r>
              <a:rPr lang="ar-IQ" sz="2000"/>
              <a:t>• Sets stage for future research in cybersecurity.</a:t>
            </a:r>
          </a:p>
          <a:p>
            <a:pPr algn="l"/>
            <a:r>
              <a:rPr lang="ar-IQ" sz="2000"/>
              <a:t>• Aims at safer digital environment.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Background: Cybersecurity and Attack Detection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Overview of cybersecurity and theoretical frameworks.</a:t>
            </a:r>
          </a:p>
          <a:p>
            <a:pPr algn="l"/>
            <a:r>
              <a:rPr lang="ar-IQ" sz="2000"/>
              <a:t>• Introduction to Intrusion Detection Systems (IDS).</a:t>
            </a:r>
          </a:p>
          <a:p>
            <a:pPr algn="l"/>
            <a:r>
              <a:rPr lang="ar-IQ" sz="2000"/>
              <a:t>• Discussion on attack vectors and types.</a:t>
            </a:r>
          </a:p>
          <a:p>
            <a:pPr algn="l"/>
            <a:r>
              <a:rPr lang="ar-IQ" sz="2000"/>
              <a:t>• Role of Wireless Sensor Networks (WSNs).</a:t>
            </a:r>
          </a:p>
          <a:p>
            <a:pPr algn="l"/>
            <a:r>
              <a:rPr lang="ar-IQ" sz="2000"/>
              <a:t>• Foundation for deep learning application.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Deep Learning Fundamentals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Concepts of deep learning and its models.</a:t>
            </a:r>
          </a:p>
          <a:p>
            <a:pPr algn="l"/>
            <a:r>
              <a:rPr lang="ar-IQ" sz="2000"/>
              <a:t>• Convolutional Neural Networks (CNNs) for pattern recognition.</a:t>
            </a:r>
          </a:p>
          <a:p>
            <a:pPr algn="l"/>
            <a:r>
              <a:rPr lang="ar-IQ" sz="2000"/>
              <a:t>• Long Short-Term Memory (LSTM) for sequential data.</a:t>
            </a:r>
          </a:p>
          <a:p>
            <a:pPr algn="l"/>
            <a:r>
              <a:rPr lang="ar-IQ" sz="2000"/>
              <a:t>• Ability to learn from large datasets.</a:t>
            </a:r>
          </a:p>
          <a:p>
            <a:pPr algn="l"/>
            <a:r>
              <a:rPr lang="ar-IQ" sz="2000"/>
              <a:t>• Key for identifying attack anomalies.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Results: Accuracy and Effectiveness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Models achieved accuracy rate of 82.76%.</a:t>
            </a:r>
          </a:p>
          <a:p>
            <a:pPr algn="l"/>
            <a:r>
              <a:rPr lang="ar-IQ" sz="2000"/>
              <a:t>• Demonstrates viability of deep learning for attack prediction.</a:t>
            </a:r>
          </a:p>
          <a:p>
            <a:pPr algn="l"/>
            <a:r>
              <a:rPr lang="ar-IQ" sz="2000"/>
              <a:t>• Encouraging outcomes in DoS attack detection.</a:t>
            </a:r>
          </a:p>
          <a:p>
            <a:pPr algn="l"/>
            <a:r>
              <a:rPr lang="ar-IQ" sz="2000"/>
              <a:t>• Facilitates early identification and proactive measures.</a:t>
            </a:r>
          </a:p>
          <a:p>
            <a:pPr algn="l"/>
            <a:r>
              <a:rPr lang="ar-IQ" sz="2000"/>
              <a:t>• Significant improvement over traditional methods.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3200" b="1"/>
              <a:t>Conclusion and Future Work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85800" y="1714500"/>
            <a:ext cx="10820400" cy="4572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ar-IQ" sz="2000"/>
              <a:t>• Research makes substantial contribution to cybersecurity.</a:t>
            </a:r>
          </a:p>
          <a:p>
            <a:pPr algn="l"/>
            <a:r>
              <a:rPr lang="ar-IQ" sz="2000"/>
              <a:t>• Organizations better positioned with predictive tools.</a:t>
            </a:r>
          </a:p>
          <a:p>
            <a:pPr algn="l"/>
            <a:r>
              <a:rPr lang="ar-IQ" sz="2000"/>
              <a:t>• Sheds light on innovative cybersecurity solutions.</a:t>
            </a:r>
          </a:p>
          <a:p>
            <a:pPr algn="l"/>
            <a:r>
              <a:rPr lang="ar-IQ" sz="2000"/>
              <a:t>• Sets stage for future research and development.</a:t>
            </a:r>
          </a:p>
          <a:p>
            <a:pPr algn="l"/>
            <a:r>
              <a:rPr lang="ar-IQ" sz="2000"/>
              <a:t>• Aims for safer digital environment.</a:t>
            </a:r>
          </a:p>
        </p:txBody>
      </p:sp>
    </p:spTree>
  </p:cSld>
</p:sld>
</file>

<file path=ppt/theme/theme1.xml><?xml version="1.0" encoding="utf-8"?>
<a:theme xmlns:a="http://schemas.openxmlformats.org/drawingml/2006/main" name="Manhal">
  <a:themeElements>
    <a:clrScheme name="Manhal">
      <a:dk1>
        <a:sysClr val="windowText" lastClr="000000"/>
      </a:dk1>
      <a:lt1>
        <a:sysClr val="window" lastClr="FFFFFF"/>
      </a:lt1>
      <a:dk2>
        <a:srgbClr val="1F2937"/>
      </a:dk2>
      <a:lt2>
        <a:srgbClr val="EEF2FF"/>
      </a:lt2>
      <a:accent1>
        <a:srgbClr val="4F46E5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Manh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anh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